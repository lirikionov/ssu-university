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map: Swiss Tables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371600" y="1965960"/>
            <a:ext cx="94183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Внутреннее устройство map начиная с Go 1.24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3200400" cy="68580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map: bucket + overflow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297680" y="3401568"/>
            <a:ext cx="9601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440680" y="3063240"/>
            <a:ext cx="3886200" cy="68580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Table: groups + control bytes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64040" y="3401568"/>
            <a:ext cx="8229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424160" y="2944368"/>
            <a:ext cx="1417320" cy="93268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syntax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runtime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106070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вопрос: зачем менять структуру, которая и так была O(1)?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старой 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1.23 и раньше: bucket-based hash table с overflow chains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82880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slots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2212848"/>
            <a:ext cx="0" cy="484632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1828800" cy="77724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slots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0" y="3538728"/>
            <a:ext cx="0" cy="484632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1520" y="4069080"/>
            <a:ext cx="1828800" cy="77724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slots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63240" y="1389888"/>
            <a:ext cx="80467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при коллизиях превращается в pointer chasing: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08960" y="1874520"/>
            <a:ext cx="3749040" cy="2194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bucket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tophash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overflow pointer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 cache miss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next bucket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again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1938528"/>
            <a:ext cx="42976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асимптотически всё ещё average O(1)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CPU платит cache misses и непредсказуемыми переходами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длиннее overflow chain, тем дороже tail latency операции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08960" y="4983480"/>
            <a:ext cx="80467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 лечит не Big-O, а константы: locality, branches, metadata scan.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модели: chaining → open addressing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Коллизия больше не ведёт в overflow bucket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Go 1.24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123444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0592" y="2084832"/>
            <a:ext cx="676656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200400" y="1828800"/>
            <a:ext cx="1371600" cy="50292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45152" y="2084832"/>
            <a:ext cx="676656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394960" y="1828800"/>
            <a:ext cx="1371600" cy="50292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1.24+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1234440" cy="50292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21992" y="4315968"/>
            <a:ext cx="47548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770632" y="4069080"/>
            <a:ext cx="1234440" cy="50292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69080" y="4315968"/>
            <a:ext cx="47548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617720" y="4069080"/>
            <a:ext cx="1234440" cy="50292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1874520"/>
            <a:ext cx="42062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addressing: если место занято, ищем следующую группу по probe sequence.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цепочки указателей, больше последовательной памяти.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Термины Swiss Table в Go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словарь: дальше без него всё смешается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2011680" cy="438912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80360" y="114300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место для key/value пары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2011680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1709928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slots + control word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2011680" cy="438912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word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2276856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байт metadata, по байту на slot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843784"/>
            <a:ext cx="2011680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2843784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верхние 57 бит hash: probing / group index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410712"/>
            <a:ext cx="2011680" cy="438912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3410712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нижние 7 бит hash: fingerprint в control byte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2011680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80360" y="397764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самостоятельная Swiss Table из групп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544568"/>
            <a:ext cx="2011680" cy="438912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80360" y="4544568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массив ссылок на tables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5111496"/>
            <a:ext cx="2011680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80360" y="5111496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верхний объект: directory + metadata + seed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Group: центральная единица поиска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 смотрит не отдельный slot, а группу из восьми slots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2194560" cy="77724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word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bytes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999232" y="1719072"/>
            <a:ext cx="6583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49040" y="1444752"/>
            <a:ext cx="54864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62272" y="1444752"/>
            <a:ext cx="54864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75504" y="1444752"/>
            <a:ext cx="54864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88736" y="1444752"/>
            <a:ext cx="54864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01968" y="1444752"/>
            <a:ext cx="54864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1444752"/>
            <a:ext cx="54864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28432" y="1444752"/>
            <a:ext cx="54864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41664" y="1444752"/>
            <a:ext cx="54864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057400"/>
            <a:ext cx="5669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одному control byte на slot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154680"/>
            <a:ext cx="1005840" cy="71323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key/value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40280" y="3154680"/>
            <a:ext cx="1005840" cy="71323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key/value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1005840" cy="71323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key/value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3154680"/>
            <a:ext cx="1005840" cy="71323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key/value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3154680"/>
            <a:ext cx="1005840" cy="71323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key/value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43800" y="3154680"/>
            <a:ext cx="1005840" cy="71323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key/value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69680" y="3154680"/>
            <a:ext cx="1005840" cy="71323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6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key/value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195560" y="3154680"/>
            <a:ext cx="1005840" cy="71323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7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key/value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074920"/>
            <a:ext cx="106070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 сначала дёшево проверяем 8 metadata bytes, потом трогаем реальные keys только у кандидатов.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делится на H1 и H2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hash решает две разные задачи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383280" cy="160020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hash(key) = 64 bits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= upper 57 bits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= lower 7 bits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2834640" cy="100584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искать?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group + probe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0" y="1234440"/>
            <a:ext cx="3017520" cy="100584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кого похож?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 в control byte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102412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Старый tophash и новый H2 похожи идеей: дешёвый отпечаток перед полным сравнением key.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Swiss Table строит вокруг этого отпечатка весь алгоритм probing.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011680" y="5074920"/>
            <a:ext cx="3291840" cy="548640"/>
          </a:xfrm>
          <a:prstGeom prst="rect">
            <a:avLst/>
          </a:prstGeom>
          <a:solidFill>
            <a:srgbClr val="FFF2E6"/>
          </a:solidFill>
          <a:ln w="12700">
            <a:solidFill>
              <a:srgbClr val="F6C4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match ≠ key equal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5074920"/>
            <a:ext cx="4480560" cy="548640"/>
          </a:xfrm>
          <a:prstGeom prst="rect">
            <a:avLst/>
          </a:prstGeom>
          <a:solidFill>
            <a:srgbClr val="FFF2E6"/>
          </a:solidFill>
          <a:ln w="12700">
            <a:solidFill>
              <a:srgbClr val="F6C4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H2 всегда нужен настоящий key equality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byte: metadata одного slot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байт хранит state или 7-битный fingerprint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011680" cy="59436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slot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63240" y="1207008"/>
            <a:ext cx="1828800" cy="10058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0xxxxxxx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↑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01168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63240" y="2670048"/>
            <a:ext cx="1828800" cy="73152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10000000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011680" cy="59436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 / tombstone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63240" y="3995928"/>
            <a:ext cx="1828800" cy="73152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смысл: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715000" y="2057400"/>
            <a:ext cx="530352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used: можно сравнивать H2 и key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empty: lookup может закончиться — дальше key быть не мог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deleted: lookup обязан продолжиться — probe chain нельзя оборвать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Магия: восемь сравнений metadata сразу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word позволяет быстро получить bitset кандидатов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Ищем H2 = 0x59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566928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0472" y="1828800"/>
            <a:ext cx="566928" cy="50292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03704" y="1828800"/>
            <a:ext cx="566928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16936" y="1828800"/>
            <a:ext cx="566928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0168" y="1828800"/>
            <a:ext cx="566928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1828800"/>
            <a:ext cx="566928" cy="50292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56632" y="1828800"/>
            <a:ext cx="566928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9864" y="1828800"/>
            <a:ext cx="566928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bytes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971800"/>
            <a:ext cx="0" cy="45720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77240" y="3566160"/>
            <a:ext cx="566928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0472" y="3566160"/>
            <a:ext cx="566928" cy="50292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03704" y="3566160"/>
            <a:ext cx="566928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16936" y="3566160"/>
            <a:ext cx="566928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30168" y="3566160"/>
            <a:ext cx="566928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3400" y="3566160"/>
            <a:ext cx="566928" cy="50292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56632" y="3566160"/>
            <a:ext cx="566928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9864" y="3566160"/>
            <a:ext cx="566928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4160520"/>
            <a:ext cx="29260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mask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1965960"/>
            <a:ext cx="3931920" cy="68580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только slot 1 и slot 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0" y="3063240"/>
            <a:ext cx="3931920" cy="68580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 keys вообще не трогаем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5303520"/>
            <a:ext cx="10698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Вот почему lookup быстрее: много дешёвой работы над metadata, мало дорогих сравнений реальных ключей.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Lookup: полный алгоритм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ok := m[key]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261872"/>
            <a:ext cx="5029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261872"/>
            <a:ext cx="3886200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hash(key)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792224"/>
            <a:ext cx="5029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792224"/>
            <a:ext cx="3886200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→ table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22576"/>
            <a:ext cx="5029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322576"/>
            <a:ext cx="3886200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→ initial group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852928"/>
            <a:ext cx="5029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852928"/>
            <a:ext cx="3886200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→ fingerprint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5029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383280"/>
            <a:ext cx="3886200" cy="384048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control bytes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913632"/>
            <a:ext cx="5029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913632"/>
            <a:ext cx="3886200" cy="384048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real keys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443984"/>
            <a:ext cx="5029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443984"/>
            <a:ext cx="3886200" cy="384048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→ value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974336"/>
            <a:ext cx="5029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974336"/>
            <a:ext cx="3886200" cy="384048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→ not found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06440" y="1143000"/>
            <a:ext cx="521208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group := range probe(H1)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:= group.ctrl.matchH2(H2)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candidate in mask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 == candidate.key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value, true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group.hasEmpty()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zero, false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empty завершает поиск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open addressing: вставка использует первое доступное место в probe sequence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23444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12848" y="2176272"/>
            <a:ext cx="4572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743200" y="1828800"/>
            <a:ext cx="123444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41648" y="2176272"/>
            <a:ext cx="4572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572000" y="1828800"/>
            <a:ext cx="123444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70448" y="2176272"/>
            <a:ext cx="4572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1234440" cy="68580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99248" y="2176272"/>
            <a:ext cx="4572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0" y="1828800"/>
            <a:ext cx="123444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1005840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key был бы в таблице, insert положил бы его до первого empty.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Значит, встретили empty и key не нашли — дальше идти бессмысленно.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Delete: почему нужен tombstone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не должно ломать probe chain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2011680" cy="41148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удаления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32588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full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12848" y="2130552"/>
            <a:ext cx="3931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51760" y="1828800"/>
            <a:ext cx="132588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full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41648" y="2130552"/>
            <a:ext cx="3931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480560" y="1828800"/>
            <a:ext cx="132588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G2: key 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2286000" cy="41148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Плохо: G1 → empty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132588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full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12848" y="4233672"/>
            <a:ext cx="3931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651760" y="3931920"/>
            <a:ext cx="1325880" cy="59436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empty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41648" y="4233672"/>
            <a:ext cx="393192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480560" y="3931920"/>
            <a:ext cx="132588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G2: key 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977640"/>
            <a:ext cx="43891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X остановится на empty и не дойдёт до G2.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2560320" cy="41148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Правильно: G1 → deleted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5184648"/>
            <a:ext cx="69494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 не завершает поиск, а пропускается как «дырка в цепочке».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Insert: tombstone используется осторожно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вставить в первый tombstone сразу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4572000" cy="402336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m[key] = value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hash(key)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probe groups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match H2 + compare keys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remember first deleted slot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continue until empty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if key absent: use deleted or empty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write key/value + control byte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нельзя сразу занять tombstone?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97880" y="2057400"/>
            <a:ext cx="47548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key может лежать дальше по probe sequence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ранняя вставка создала бы duplicate key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сначала доказываем отсутствие key через empty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35040" y="4617720"/>
            <a:ext cx="4389120" cy="731520"/>
          </a:xfrm>
          <a:prstGeom prst="rect">
            <a:avLst/>
          </a:prstGeom>
          <a:solidFill>
            <a:srgbClr val="FFF2E6"/>
          </a:solidFill>
          <a:ln w="12700">
            <a:solidFill>
              <a:srgbClr val="F6C4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 = возможное место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= доказательство отсутствия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Probing: не линейно, а quadratic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 в Go обходит группы по probe sequence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probing создаёт clustering: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4846320" cy="59436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G5 → G6 → G7 → G0 → G1 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5303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probing использует offsets: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84632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0, 1, 3, 6, 10, 15, ...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p(i) = h + i(i+1)/2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1508760"/>
            <a:ext cx="3657600" cy="54864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count = power of two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75120" y="2514600"/>
            <a:ext cx="3657600" cy="54864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sequence visits every group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3520440"/>
            <a:ext cx="3657600" cy="54864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becomes bit mask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factor: Swiss Table держит таблицу плотнее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Пробинг дешевле → можно заполнять больше slots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2834640" cy="1143000"/>
          </a:xfrm>
          <a:prstGeom prst="rect">
            <a:avLst/>
          </a:prstGeom>
          <a:solidFill>
            <a:srgbClr val="FEEEEE"/>
          </a:solidFill>
          <a:ln w="12700">
            <a:solidFill>
              <a:srgbClr val="E5B2B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Старая map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6.5 / 8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81%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09160" y="1417320"/>
            <a:ext cx="2834640" cy="114300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 / 8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83880" y="1417320"/>
            <a:ext cx="2834640" cy="114300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memory overhead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такого же роста probes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10058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2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100% заполнения быть не должно: lookup отсутствующего key должен где-то встретить empty.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Go-адаптация: map ≠ одна огромная Swiss Table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Оригинальный алгоритм пришлось встроить в требования Go runtime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280160" cy="50292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194560" y="1673352"/>
            <a:ext cx="7315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17520" y="1417320"/>
            <a:ext cx="1828800" cy="502920"/>
          </a:xfrm>
          <a:prstGeom prst="rect">
            <a:avLst/>
          </a:prstGeom>
          <a:solidFill>
            <a:srgbClr val="F2EDFF"/>
          </a:solidFill>
          <a:ln w="12700">
            <a:solidFill>
              <a:srgbClr val="C7B8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937760" y="1673352"/>
            <a:ext cx="7315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852160" y="1298448"/>
            <a:ext cx="1508760" cy="77724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1298448"/>
            <a:ext cx="1508760" cy="77724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0" y="1298448"/>
            <a:ext cx="1508760" cy="77724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так сложно?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1042416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огромная Swiss Table требовала бы дорогого полного rehash при grow</a:t>
            </a:r>
            <a:endParaRPr lang="en-US" sz="2100" dirty="0"/>
          </a:p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исторически избегает огромных latency spikes на одной операции map</a:t>
            </a:r>
            <a:endParaRPr lang="en-US" sz="2100" dirty="0"/>
          </a:p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много маленьких Swiss Tables + directory / extendible hashing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и extendible hashing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Верхние биты hash выбирают table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3017520" cy="228600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prefix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→ table 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→ table 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→ table B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→ table 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234440"/>
            <a:ext cx="2103120" cy="530352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globalDepth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03720" y="1335024"/>
            <a:ext cx="3840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high bits использует directory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2103120" cy="53035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localDepth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903720" y="2340864"/>
            <a:ext cx="40233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high bits реально различает конкретная table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table может висеть на нескольких directory entries, пока ей не нужен split.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Growth: grow одной table или split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ограничивает стоимость роста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table маленькая: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82880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128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34640" y="2039112"/>
            <a:ext cx="7315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657600" y="1783080"/>
            <a:ext cx="1828800" cy="53035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256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table достигла предела: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146304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514600" y="3913632"/>
            <a:ext cx="7315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429000" y="3291840"/>
            <a:ext cx="1645920" cy="53035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table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4160520"/>
            <a:ext cx="1645920" cy="530352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1874520"/>
            <a:ext cx="49377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Go одна table ограничена maxTableCapacity = 1024 slots. После этого она split’ится на две.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нет полного rehash всей большой map за одну операцию.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map fast path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до восьми элементов не платит за всю архитектуру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2011680" cy="64008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 &lt;= 8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08960" y="1737360"/>
            <a:ext cx="7772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069080" y="1417320"/>
            <a:ext cx="2468880" cy="64008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group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720840" y="1737360"/>
            <a:ext cx="7772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680960" y="1188720"/>
            <a:ext cx="3017520" cy="10972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directory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table split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probing chain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101498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маленькой map runtime просто сканирует одну группу. Tombstones тоже не нужны: probe sequence отсутствует.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during grow: сложный участок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Спецификация map iteration создаёт требования к runtime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1828800" cy="54864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iterator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8686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94760" y="1143000"/>
            <a:ext cx="210312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table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source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8686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040880" y="1143000"/>
            <a:ext cx="2743200" cy="82296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map/table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value check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так?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1033272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table помогает не вернуть один key дважды и не сломать порядок обхода слотов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value мог измениться или key мог быть удалён уже в новой структуре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runtime использует old table для обхода, а актуальность проверяет в текущей map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элементы map всё ещё не addressable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реализации не изменила пользовательский контракт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493776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:= &amp;m[key]        // нельзя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m[key].Field = 10  // для value-struct тоже нельзя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53035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та же: runtime имеет право перемещать element.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92240" y="1417320"/>
            <a:ext cx="164592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75320" y="1764792"/>
            <a:ext cx="82296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235440" y="1417320"/>
            <a:ext cx="1645920" cy="685800"/>
          </a:xfrm>
          <a:prstGeom prst="rect">
            <a:avLst/>
          </a:prstGeom>
          <a:solidFill>
            <a:srgbClr val="FFF2E6"/>
          </a:solidFill>
          <a:ln w="12700">
            <a:solidFill>
              <a:srgbClr val="F6C4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/ split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0" y="2240280"/>
            <a:ext cx="0" cy="7315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92240" y="3063240"/>
            <a:ext cx="1645920" cy="68580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7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4663440"/>
            <a:ext cx="4846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бы pointer наружу был разрешён, runtime потерял бы свободу rehash/split/grow.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быстрее: CPU-level объяснение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новая асимптотика, а новые константы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bucket map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411480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pointers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misses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buckets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branches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load factor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Table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95160" y="1737360"/>
            <a:ext cx="411480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contiguous groups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8-byte metadata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H2 match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key comparisons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load factor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4754880"/>
            <a:ext cx="7863840" cy="822960"/>
          </a:xfrm>
          <a:prstGeom prst="rect">
            <a:avLst/>
          </a:prstGeom>
          <a:solidFill>
            <a:srgbClr val="EAF0FF"/>
          </a:solidFill>
          <a:ln w="12700">
            <a:solidFill>
              <a:srgbClr val="AEC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у обеих структур.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Реальная скорость живёт в cache locality, branch behavior и memory traffic.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Сравнение: старая map и Swiss Table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Одни и те же операции языка, разная runtime-модель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4709160" cy="411480"/>
          </a:xfrm>
          <a:prstGeom prst="rect">
            <a:avLst/>
          </a:prstGeom>
          <a:solidFill>
            <a:srgbClr val="EAF0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Go 1.24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06440" y="1280160"/>
            <a:ext cx="4709160" cy="411480"/>
          </a:xfrm>
          <a:prstGeom prst="rect">
            <a:avLst/>
          </a:prstGeom>
          <a:solidFill>
            <a:srgbClr val="EAF0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1.24+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810512"/>
            <a:ext cx="4709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bucketed chaining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1810512"/>
            <a:ext cx="4709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addressing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470916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buckets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06440" y="2340864"/>
            <a:ext cx="470916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sequence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871216"/>
            <a:ext cx="4709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tophash[8]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2871216"/>
            <a:ext cx="4709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word: 8 bytes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401568"/>
            <a:ext cx="470916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≈ 6.5/8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3401568"/>
            <a:ext cx="470916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≈ 7/8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4709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oldbuckets + evacuation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06440" y="3931920"/>
            <a:ext cx="4709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+ table split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462272"/>
            <a:ext cx="470916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chasing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06440" y="4462272"/>
            <a:ext cx="4709160" cy="411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metadata-first locality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992624"/>
            <a:ext cx="4709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clears slot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06440" y="4992624"/>
            <a:ext cx="4709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deleted/tombstone matters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implications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меняет для backend-разработчика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1060704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syntax не изменилась: m[k], m[k]=v, delete, range остаются теми же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profile изменился: меньше overflow/pointer chasing, выше плотность хранения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огромные map всё ещё требуют контроля memory footprint и жизненного цикла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не гарантирует возврат памяти как свежая empty map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read/write всё ещё требует синхронизации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 элемента map всё ещё нестабилен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5166360"/>
            <a:ext cx="9692640" cy="68580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A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Инженерный вывод: Go поменял внутреннюю структуру полностью, но сохранил внешний контракт языка.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важно запомнить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ментальная модель Swiss Table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1078992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= 8 slots + 8-byte control word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выбирает probing path, H2 фильтрует candidates внутри group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word позволяет проверить 8 slots по metadata почти сразу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завершает поиск, deleted продолжает probe chain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map состоит из directory и нескольких Swiss Tables, а не одной огромной таблицы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ограничен: table растёт или split’ится, не rehash всей map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выигрыш — cache locality и меньше реальных key comparisons, а не другая Big-O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студентам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 понимание механизма, а не термины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10789920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H2 match не означает, что key найден?</a:t>
            </a:r>
            <a:endParaRPr lang="en-US" sz="2100" dirty="0"/>
          </a:p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empty slot завершает lookup, а deleted slot нет?</a:t>
            </a:r>
            <a:endParaRPr lang="en-US" sz="2100" dirty="0"/>
          </a:p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будет, если таблица заполнится на 100%?</a:t>
            </a:r>
            <a:endParaRPr lang="en-US" sz="2100" dirty="0"/>
          </a:p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open addressing чувствителен к tombstones?</a:t>
            </a:r>
            <a:endParaRPr lang="en-US" sz="2100" dirty="0"/>
          </a:p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Go использует directory и несколько tables вместо одной большой Swiss Table?</a:t>
            </a:r>
            <a:endParaRPr lang="en-US" sz="2100" dirty="0"/>
          </a:p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map element всё ещё нельзя адресовать?</a:t>
            </a:r>
            <a:endParaRPr lang="en-US" sz="2100" dirty="0"/>
          </a:p>
          <a:p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две структуры с average O(1) могут сильно отличаться в production?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Сделали → нагрузили → измерили → объяснили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484632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0D0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test -bench=. -benchmem ./...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test -run=NONE -bench=Map ./internal/bench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tool pprof -http=:8080 mem.out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35040" y="1188720"/>
            <a:ext cx="516636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lookup по int и string keys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map с preallocation и без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 влияние размера key/value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померить heap при большой map после delete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проверить, что concurrent write ломает обычную map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объяснить результаты через group/control/probing/grow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983480"/>
            <a:ext cx="9875520" cy="685800"/>
          </a:xfrm>
          <a:prstGeom prst="rect">
            <a:avLst/>
          </a:prstGeom>
          <a:solidFill>
            <a:srgbClr val="FFF2E6"/>
          </a:solidFill>
          <a:ln w="12700">
            <a:solidFill>
              <a:srgbClr val="F6C48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практики: увидеть, что map — это не “словарь”, а структура данных с конкретной ценой CPU и памяти.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8412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преподавателя: официальные материалы и production case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567160" y="65379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1069848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Blog: Faster Go maps with Swiss Tables — go.dev/blog/swisstable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1.24 release notes / blog — go.dev/blog/go1.24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runtime source: internal/runtime/maps/map.go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runtime source: internal/runtime/maps/table.go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runtime source: internal/runtime/maps/group.go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Abseil Swiss Table design notes — abseil.io/about/design/swisstables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Engineering: Go 1.24 Swiss Tables memory case study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map: Swiss Tables</dc:title>
  <dc:subject>Go Swiss Tables map internals</dc:subject>
  <dc:creator>OpenAI</dc:creator>
  <cp:lastModifiedBy>OpenAI</cp:lastModifiedBy>
  <cp:revision>1</cp:revision>
  <dcterms:created xsi:type="dcterms:W3CDTF">2026-09-09T12:02:50Z</dcterms:created>
  <dcterms:modified xsi:type="dcterms:W3CDTF">2026-09-09T12:02:50Z</dcterms:modified>
</cp:coreProperties>
</file>