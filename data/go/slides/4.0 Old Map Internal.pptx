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Внутреннее устройство Go map — старая 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000000"/>
                </a:solidFill>
                <a:latin typeface="Arial"/>
              </a:defRPr>
            </a:pPr>
            <a:r>
              <a:t>Go 1.23 и раньше • bucket-based hash map • без Swiss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000000"/>
                </a:solidFill>
                <a:latin typeface="Arial"/>
              </a:defRPr>
            </a:pPr>
            <a:r>
              <a:t>hash → bucket[8] → tophash → key equality → overflow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84632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Arial"/>
              </a:defRPr>
            </a:pPr>
            <a:r>
              <a:t>Важно: это детали runtime-реализации, а не гарантии спецификации языка.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Главная ментальная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46304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map[K]V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487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377440"/>
            <a:ext cx="146304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hmap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487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2377440"/>
            <a:ext cx="201168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2^B buckets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87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377440"/>
            <a:ext cx="155448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8 slots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48716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2377440"/>
            <a:ext cx="173736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overflow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Старая Go map = hash table с bucket-ами по 8 элементов и цепочками overflow bucket.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hmap — верхний уровень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577840" cy="44805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000000"/>
                </a:solidFill>
                <a:latin typeface="Courier New"/>
              </a:defRPr>
            </a:pPr>
            <a:r>
              <a:t>type hmap struct {</a:t>
            </a:r>
            <a:br/>
            <a:r>
              <a:t>    count     int</a:t>
            </a:r>
            <a:br/>
            <a:r>
              <a:t>    flags     uint8</a:t>
            </a:r>
            <a:br/>
            <a:r>
              <a:t>    B         uint8</a:t>
            </a:r>
            <a:br/>
            <a:r>
              <a:t>    noverflow uint16</a:t>
            </a:r>
            <a:br/>
            <a:r>
              <a:t>    hash0     uint32</a:t>
            </a:r>
            <a:br/>
            <a:br/>
            <a:r>
              <a:t>    buckets    unsafe.Pointer</a:t>
            </a:r>
            <a:br/>
            <a:r>
              <a:t>    oldbuckets unsafe.Pointer</a:t>
            </a:r>
            <a:br/>
            <a:r>
              <a:t>    nevacuate  uintptr</a:t>
            </a:r>
            <a:br/>
            <a:br/>
            <a:r>
              <a:t>    extra *mapextra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258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  <a:buChar char="•"/>
            </a:pPr>
            <a:r>
              <a:t>count — число живых элементов, то есть len(m)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  <a:buChar char="•"/>
            </a:pPr>
            <a:r>
              <a:t>B — log2 числа основных bucket-ов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  <a:buChar char="•"/>
            </a:pPr>
            <a:r>
              <a:t>hash0 — seed хеширования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  <a:buChar char="•"/>
            </a:pPr>
            <a:r>
              <a:t>buckets — текущая таблица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  <a:buChar char="•"/>
            </a:pPr>
            <a:r>
              <a:t>oldbuckets + nevacuate — состояние постепенного grow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B и выбор bucket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Количество основных bucket-ов: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384048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>
                <a:solidFill>
                  <a:srgbClr val="000000"/>
                </a:solidFill>
                <a:latin typeface="Arial"/>
              </a:defRPr>
            </a:pPr>
            <a:r>
              <a:t>bucketCount = 2^B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325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Выбор bucket: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920240"/>
            <a:ext cx="493776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000000"/>
                </a:solidFill>
                <a:latin typeface="Arial"/>
              </a:defRPr>
            </a:pPr>
            <a:r>
              <a:t>bucket = hash &amp; (2^B - 1)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Пример: B = 3 → 8 bucket-ов. Младшие 3 бита hash задают индекс 0..7.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bmap — один bucket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303520" cy="38404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00">
                <a:solidFill>
                  <a:srgbClr val="000000"/>
                </a:solidFill>
                <a:latin typeface="Courier New"/>
              </a:defRPr>
            </a:pPr>
            <a:r>
              <a:t>type bmap struct {</a:t>
            </a:r>
            <a:br/>
            <a:r>
              <a:t>    tophash [8]uint8</a:t>
            </a:r>
            <a:br/>
            <a:br/>
            <a:r>
              <a:t>    // физически дальше в памяти:</a:t>
            </a:r>
            <a:br/>
            <a:r>
              <a:t>    // keys[8]</a:t>
            </a:r>
            <a:br/>
            <a:r>
              <a:t>    // values[8]</a:t>
            </a:r>
            <a:br/>
            <a:r>
              <a:t>    // overflow *bmap</a:t>
            </a:r>
            <a:br/>
            <a: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17320"/>
            <a:ext cx="4297680" cy="54864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000000"/>
                </a:solidFill>
                <a:latin typeface="Arial"/>
              </a:defRPr>
            </a:pPr>
            <a:r>
              <a:t>tophash[8]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148840"/>
            <a:ext cx="4297680" cy="685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000000"/>
                </a:solidFill>
                <a:latin typeface="Arial"/>
              </a:defRPr>
            </a:pPr>
            <a:r>
              <a:t>key0  key1  ...  key7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3017520"/>
            <a:ext cx="4297680" cy="685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000000"/>
                </a:solidFill>
                <a:latin typeface="Arial"/>
              </a:defRPr>
            </a:pPr>
            <a:r>
              <a:t>val0  val1  ...  val7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886200"/>
            <a:ext cx="4297680" cy="6858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000000"/>
                </a:solidFill>
                <a:latin typeface="Arial"/>
              </a:defRPr>
            </a:pPr>
            <a:r>
              <a:t>overflow *bmap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9204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000000"/>
                </a:solidFill>
                <a:latin typeface="Arial"/>
              </a:defRPr>
            </a:pPr>
            <a:r>
              <a:t>keys и values лежат блоками — меньше padding и лучше layout.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Почему compiler/runtime знают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000000"/>
                </a:solidFill>
                <a:latin typeface="Arial"/>
              </a:defRPr>
            </a:pPr>
            <a:r>
              <a:t>В bmap явно есть только tophash. Но compiler для конкретного map[K]V знает размеры K и V.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21945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map[int64]int32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25856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965960"/>
            <a:ext cx="228600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000000"/>
                </a:solidFill>
                <a:latin typeface="Arial"/>
              </a:defRPr>
            </a:pPr>
            <a:r>
              <a:t>KeySize = 8</a:t>
            </a:r>
            <a:br/>
            <a:r>
              <a:t>ValueSize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25856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965960"/>
            <a:ext cx="3840480" cy="100584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000000"/>
                </a:solidFill>
                <a:latin typeface="Arial"/>
              </a:defRPr>
            </a:pPr>
            <a:r>
              <a:t>runtime вычисляет адрес</a:t>
            </a:r>
            <a:br/>
            <a:r>
              <a:t>key[i] и value[i]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749039"/>
            <a:ext cx="9875520" cy="12801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>
                <a:solidFill>
                  <a:srgbClr val="000000"/>
                </a:solidFill>
                <a:latin typeface="Courier New"/>
              </a:defRPr>
            </a:pPr>
            <a:r>
              <a:t>key[i] = bucketBase + dataOffset + i*KeySize</a:t>
            </a:r>
            <a:br/>
            <a:r>
              <a:t>value[i] = bucketBase + dataOffset + 8*KeySize + i*ValueSize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tophash — зачем он нужен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Hash одного key используется двумя способами: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3291840" cy="10972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000000"/>
                </a:solidFill>
                <a:latin typeface="Arial"/>
              </a:defRPr>
            </a:pPr>
            <a:r>
              <a:t>HIGH 8 bits</a:t>
            </a:r>
            <a:br/>
            <a:r>
              <a:t>→ tophash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2011680"/>
            <a:ext cx="2468880" cy="10972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полный hash(key)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011680"/>
            <a:ext cx="3291840" cy="10972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000000"/>
                </a:solidFill>
                <a:latin typeface="Arial"/>
              </a:defRPr>
            </a:pPr>
            <a:r>
              <a:t>LOW B bits</a:t>
            </a:r>
            <a:br/>
            <a:r>
              <a:t>→ bucket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tophash — маленький fingerprint hash. Он не доказывает равенство ключей, а только отбирает кандидатов.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tophash: конкретный пример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0424160" cy="13258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>
                <a:solidFill>
                  <a:srgbClr val="000000"/>
                </a:solidFill>
                <a:latin typeface="Courier New"/>
              </a:defRPr>
            </a:pPr>
            <a:r>
              <a:t>hash("alice") = 10110110 ... 00000101</a:t>
            </a:r>
            <a:br/>
            <a:r>
              <a:t>                 ^^^^^^^^       ^^^</a:t>
            </a:r>
            <a:br/>
            <a:r>
              <a:t>                 tophash        bucket bits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Пусть B = 3: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383280"/>
            <a:ext cx="27432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bucket = 101₂ = 5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3383280"/>
            <a:ext cx="4206240" cy="6400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tophash = 10110110₂ = 0xB6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В bucket 5 runtime сначала ищет slots с tophash = 0xB6.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tophash: фильтрация кандидатов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Bucket 5: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9601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2011680"/>
            <a:ext cx="9601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B6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011680"/>
            <a:ext cx="9601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91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2011680"/>
            <a:ext cx="9601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2011680"/>
            <a:ext cx="9601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CC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2011680"/>
            <a:ext cx="9601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B6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011680"/>
            <a:ext cx="9601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71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55480" y="2011680"/>
            <a:ext cx="9601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A1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Ищем Htop = B6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/>
              </a:defRPr>
            </a:pPr>
            <a:r>
              <a:t>Кандидаты только slot 1 и slot 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/>
              </a:defRPr>
            </a:pPr>
            <a:r>
              <a:t>Полное key equality выполняется только для них.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rial"/>
              </a:defRPr>
            </a:pPr>
            <a:r>
              <a:t>Экономия особенно заметна для строк и сложных comparable-ключей.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Lookup: полный алгоритм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  <a:buChar char="•"/>
            </a:pPr>
            <a:r>
              <a:t>1. Посчитать hash(key, hash0)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  <a:buChar char="•"/>
            </a:pPr>
            <a:r>
              <a:t>2. Младшие B бит → выбрать основной bucket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  <a:buChar char="•"/>
            </a:pPr>
            <a:r>
              <a:t>3. Старшие 8 бит → вычислить tophash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  <a:buChar char="•"/>
            </a:pPr>
            <a:r>
              <a:t>4. Просканировать 8 tophash-байт bucket-а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  <a:buChar char="•"/>
            </a:pPr>
            <a:r>
              <a:t>5. Для совпавших tophash выполнить настоящее сравнение key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  <a:buChar char="•"/>
            </a:pPr>
            <a:r>
              <a:t>6. Не нашли → перейти в overflow bucket</a:t>
            </a:r>
          </a:p>
          <a:p>
            <a:pPr>
              <a:spcAft>
                <a:spcPts val="1000"/>
              </a:spcAft>
              <a:defRPr sz="1800">
                <a:solidFill>
                  <a:srgbClr val="000000"/>
                </a:solidFill>
                <a:latin typeface="Arial"/>
              </a:defRPr>
              <a:buChar char="•"/>
            </a:pPr>
            <a:r>
              <a:t>7. Повторять до найденного key или конца цепочки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Коллизии: три уровня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12801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1. Same bucket</a:t>
            </a:r>
            <a:br/>
            <a:r>
              <a:t>Different tophash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828800"/>
            <a:ext cx="3383280" cy="12801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2. Same bucket</a:t>
            </a:r>
            <a:br/>
            <a:r>
              <a:t>Same tophash</a:t>
            </a:r>
            <a:br/>
            <a:r>
              <a:t>Different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828800"/>
            <a:ext cx="3383280" cy="12801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3. Same full hash</a:t>
            </a:r>
            <a:br/>
            <a:r>
              <a:t>Different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Даже одинаковый hash не означает одинаковый key: окончательное решение всегда делает key equality.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Insert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Вычислить hash, bucket и tophash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Просканировать основной и overflow bucket-ы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Если key уже существует — заменить value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Если key отсутствует — использовать первый свободный slot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Если все 8 slots заняты — создать/использовать overflow bucket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После insert проверить условия grow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Overflow buckets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2011680" cy="10972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bucket</a:t>
            </a:r>
            <a:br/>
            <a:r>
              <a:t>8 slots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257860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286000"/>
            <a:ext cx="2011680" cy="10972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overflow</a:t>
            </a:r>
            <a:br/>
            <a:r>
              <a:t>8 slots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57860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86000"/>
            <a:ext cx="2011680" cy="10972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overflow</a:t>
            </a:r>
            <a:br/>
            <a:r>
              <a:t>8 slots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57860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→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Цена overflow: pointer chasing, дополнительные cache misses, больше сравнений.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Load factor и порог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28800"/>
            <a:ext cx="30175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bucket capacity = 8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828800"/>
            <a:ext cx="48463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grow threshold ≈ 6.5 элемента / bucket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7432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rial"/>
              </a:defRPr>
            </a:pPr>
            <a:r>
              <a:t>≈ 81.25% средней заполненности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Почему не ждать 8/8? При высокой заполненности резко растёт число overflow bucket-ов и стоимость lookup.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Grow: почему нельзя скопировать всё сразу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Наивный вариант: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033272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300">
                <a:solidFill>
                  <a:srgbClr val="000000"/>
                </a:solidFill>
                <a:latin typeface="Arial"/>
              </a:defRPr>
            </a:pPr>
            <a:r>
              <a:t>allocate ×2 → перенести ВСЕ элементы → продолжить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Если map огромная, одна запись получает огромный latency spike.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Arial"/>
              </a:defRPr>
            </a:pPr>
            <a:r>
              <a:t>Go распределяет стоимость grow по последующим операциям.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Grow: oldbuckets и nevacuate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828800"/>
            <a:ext cx="3200400" cy="10972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oldbuckets</a:t>
            </a:r>
            <a:br/>
            <a:r>
              <a:t>старая таблица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828800"/>
            <a:ext cx="3200400" cy="10972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buckets</a:t>
            </a:r>
            <a:br/>
            <a:r>
              <a:t>новая таблица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14884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Arial"/>
              </a:defRPr>
            </a:pPr>
            <a:r>
              <a:t>incremental evacuation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560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023360"/>
            <a:ext cx="8595360" cy="8229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>
                <a:solidFill>
                  <a:srgbClr val="000000"/>
                </a:solidFill>
                <a:latin typeface="Arial"/>
              </a:defRPr>
            </a:pPr>
            <a:r>
              <a:t>nevacuate = индекс следующего старого bucket, который надо переносить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Incremental evacuation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241280" cy="21945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100">
                <a:solidFill>
                  <a:srgbClr val="000000"/>
                </a:solidFill>
                <a:latin typeface="Courier New"/>
              </a:defRPr>
            </a:pPr>
            <a:r>
              <a:t>write #1 → своя операция + evacuate old bucket 0</a:t>
            </a:r>
            <a:br/>
            <a:r>
              <a:t>write #2 → своя операция + evacuate old bucket 1</a:t>
            </a:r>
            <a:br/>
            <a:r>
              <a:t>write #3 → своя операция + evacuate old bucket 2</a:t>
            </a:r>
            <a:br/>
            <a:r>
              <a:t>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Стоимость роста амортизируется. Нет одной операции, которая обязана полностью перестроить гигантскую map.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X / Y при удвоении таблицы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Было B = 3 → 8 bucket-ов. После grow B = 4 → 16 bucket-ов.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77440"/>
            <a:ext cx="2286000" cy="8229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old bucket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9659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Arial"/>
              </a:defRPr>
            </a:pPr>
            <a:r>
              <a:t>новый hash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56032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↙          ↘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011680"/>
            <a:ext cx="2194560" cy="8229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X = bucket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2011680"/>
            <a:ext cx="2194560" cy="8229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Y = bucket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Появился один дополнительный значимый bit: он решает, остаётся entry в X или уходит в 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Lookup во время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  <a:latin typeface="Arial"/>
              </a:defRPr>
            </a:pPr>
            <a:r>
              <a:t>Во время grow одновременно живут старая и новая таблицы.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4206240" cy="8229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old bucket ещё НЕ evacuated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→ lookup в oldbuckets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194560"/>
            <a:ext cx="4206240" cy="8229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old bucket уже evacuated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9184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→ lookup в buckets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Same-size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Arial"/>
              </a:defRPr>
            </a:pPr>
            <a:r>
              <a:t>Grow бывает не только ×2.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4114800" cy="10972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>
                <a:solidFill>
                  <a:srgbClr val="000000"/>
                </a:solidFill>
                <a:latin typeface="Arial"/>
              </a:defRPr>
            </a:pPr>
            <a:r>
              <a:t>много overflow bucket-ов</a:t>
            </a:r>
            <a:br/>
            <a:r>
              <a:t>при умеренном len(m)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423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103120"/>
            <a:ext cx="4114800" cy="10972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>
                <a:solidFill>
                  <a:srgbClr val="000000"/>
                </a:solidFill>
                <a:latin typeface="Arial"/>
              </a:defRPr>
            </a:pPr>
            <a:r>
              <a:t>новая таблица</a:t>
            </a:r>
            <a:br/>
            <a:r>
              <a:t>того же размера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149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Смысл: переразложить элементы и убрать накопившийся overflow — фактически compaction.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Delete и память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delete(m, key) уменьшает count и очищает slot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map не обязана автоматически shrink после удаления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len(m) == 0 не означает, что bucket storage снова маленький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важно для кэшей: большой исторический peak может оставить крупную внутреннюю таблицу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иногда проще создать новую map и заменить старую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Почему нельзя взять &amp;m[key]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Сегодня value может лежать здесь: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920240"/>
            <a:ext cx="292608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bucket 3 / slot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После grow: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920240"/>
            <a:ext cx="292608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bucket 11 / slot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Arial"/>
              </a:defRPr>
            </a:pPr>
            <a:r>
              <a:t>Entry перемещается → стабильный адрес map element нельзя гарантировать.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4572000"/>
            <a:ext cx="6675120" cy="13258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>
                <a:solidFill>
                  <a:srgbClr val="000000"/>
                </a:solidFill>
                <a:latin typeface="Courier New"/>
              </a:defRPr>
            </a:pPr>
            <a:r>
              <a:t>u := m[id]</a:t>
            </a:r>
            <a:br/>
            <a:r>
              <a:t>u.Age++</a:t>
            </a:r>
            <a:br/>
            <a:r>
              <a:t>m[id] = u</a:t>
            </a:r>
            <a:br/>
            <a:br/>
            <a:r>
              <a:t>// либо map[int]*User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make(map[K]V, hint)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10241280" cy="8229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300">
                <a:solidFill>
                  <a:srgbClr val="000000"/>
                </a:solidFill>
                <a:latin typeface="Courier New"/>
              </a:defRPr>
            </a:pPr>
            <a:r>
              <a:t>m := make(map[int]User, 100_000)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100_000 — sizing hint, а не строгая capacity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runtime заранее выбирает подходящий B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меньше промежуточных grow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меньше allocations и evacuation</a:t>
            </a:r>
          </a:p>
          <a:p>
            <a:pPr>
              <a:spcAft>
                <a:spcPts val="1000"/>
              </a:spcAft>
              <a:defRPr sz="1900">
                <a:solidFill>
                  <a:srgbClr val="000000"/>
                </a:solidFill>
                <a:latin typeface="Arial"/>
              </a:defRPr>
              <a:buChar char="•"/>
            </a:pPr>
            <a:r>
              <a:t>полезно, когда размер dataset заранее примерно известен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Map и GC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2926080" cy="8229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map[int]int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rial"/>
              </a:defRPr>
            </a:pPr>
            <a:r>
              <a:t>→ keys/values без pointers</a:t>
            </a:r>
            <a:br/>
            <a:r>
              <a:t>→ GC может меньше сканировать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828800"/>
            <a:ext cx="2926080" cy="8229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map[string]*User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8036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rial"/>
              </a:defRPr>
            </a:pPr>
            <a:r>
              <a:t>→ pointers внутри layout</a:t>
            </a:r>
            <a:br/>
            <a:r>
              <a:t>→ нужны GC pointer metadata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828800"/>
            <a:ext cx="2743200" cy="8229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  <a:latin typeface="Arial"/>
              </a:defRPr>
            </a:pPr>
            <a:r>
              <a:t>mapextra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Arial"/>
              </a:defRPr>
            </a:pPr>
            <a:r>
              <a:t>→ помогает удерживать overflow buckets</a:t>
            </a:r>
            <a:br/>
            <a:r>
              <a:t>при pointer-free bucket data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Concurrent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10241280" cy="11887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100">
                <a:solidFill>
                  <a:srgbClr val="000000"/>
                </a:solidFill>
                <a:latin typeface="Courier New"/>
              </a:defRPr>
            </a:pPr>
            <a:r>
              <a:t>go func() { m["a"] = 1 }()</a:t>
            </a:r>
            <a:br/>
            <a:r>
              <a:t>go func() { m["b"] = 2 }()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Запись может менять не только value, но и overflow/grow/evacuation/metadata.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86200"/>
            <a:ext cx="466344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>
                <a:solidFill>
                  <a:srgbClr val="000000"/>
                </a:solidFill>
                <a:latin typeface="Arial"/>
              </a:defRPr>
            </a:pPr>
            <a:r>
              <a:t>write + write → synchronization required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3886200"/>
            <a:ext cx="4663440" cy="7315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>
                <a:solidFill>
                  <a:srgbClr val="000000"/>
                </a:solidFill>
                <a:latin typeface="Arial"/>
              </a:defRPr>
            </a:pPr>
            <a:r>
              <a:t>read + write → synchronization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rial"/>
              </a:defRPr>
            </a:pPr>
            <a:r>
              <a:t>fatal error: concurrent map writes — диагностика runtime, а не механизм синхронизации.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Итоговая схема 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097280" cy="6400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000000"/>
                </a:solidFill>
                <a:latin typeface="Arial"/>
              </a:defRPr>
            </a:pPr>
            <a:r>
              <a:t>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2286000"/>
            <a:ext cx="2194560" cy="64008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>
                <a:solidFill>
                  <a:srgbClr val="000000"/>
                </a:solidFill>
                <a:latin typeface="Arial"/>
              </a:defRPr>
            </a:pPr>
            <a:r>
              <a:t>hash(key, hash0)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2103120"/>
            <a:ext cx="1828800" cy="9144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>
                <a:solidFill>
                  <a:srgbClr val="000000"/>
                </a:solidFill>
                <a:latin typeface="Arial"/>
              </a:defRPr>
            </a:pPr>
            <a:r>
              <a:t>low B bits</a:t>
            </a:r>
            <a:br/>
            <a:r>
              <a:t>→ bucket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3383280"/>
            <a:ext cx="1828800" cy="9144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>
                <a:solidFill>
                  <a:srgbClr val="000000"/>
                </a:solidFill>
                <a:latin typeface="Arial"/>
              </a:defRPr>
            </a:pPr>
            <a:r>
              <a:t>high 8 bits</a:t>
            </a:r>
            <a:br/>
            <a:r>
              <a:t>→ tophash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103120"/>
            <a:ext cx="2011680" cy="9144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>
                <a:solidFill>
                  <a:srgbClr val="000000"/>
                </a:solidFill>
                <a:latin typeface="Arial"/>
              </a:defRPr>
            </a:pPr>
            <a:r>
              <a:t>scan 8 slots</a:t>
            </a:r>
            <a:br/>
            <a:r>
              <a:t>+ key equality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4231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20" y="2103120"/>
            <a:ext cx="14630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000000"/>
                </a:solidFill>
                <a:latin typeface="Arial"/>
              </a:defRPr>
            </a:pPr>
            <a:r>
              <a:t>value</a:t>
            </a:r>
            <a:br/>
            <a:r>
              <a:t>or overflow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Что важно запомнить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  <a:buChar char="•"/>
            </a:pPr>
            <a:r>
              <a:t>Старая Go map = 2^B основных bucket-ов по 8 slots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  <a:buChar char="•"/>
            </a:pPr>
            <a:r>
              <a:t>low B bits hash выбирают bucket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  <a:buChar char="•"/>
            </a:pPr>
            <a:r>
              <a:t>tophash — 8-битный fingerprint для дешёвой фильтрации кандидатов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  <a:buChar char="•"/>
            </a:pPr>
            <a:r>
              <a:t>полное key equality остаётся финальной проверкой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  <a:buChar char="•"/>
            </a:pPr>
            <a:r>
              <a:t>overflow bucket решает переполнение, но ухудшает locality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  <a:buChar char="•"/>
            </a:pPr>
            <a:r>
              <a:t>grow выполняется постепенно через oldbuckets и evacuation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  <a:buChar char="•"/>
            </a:pPr>
            <a:r>
              <a:t>same-size grow убирает чрезмерный overflow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  <a:buChar char="•"/>
            </a:pPr>
            <a:r>
              <a:t>map element не имеет стабильного адреса</a:t>
            </a:r>
          </a:p>
          <a:p>
            <a:pPr>
              <a:spcAft>
                <a:spcPts val="1000"/>
              </a:spcAft>
              <a:defRPr sz="1700">
                <a:solidFill>
                  <a:srgbClr val="000000"/>
                </a:solidFill>
                <a:latin typeface="Arial"/>
              </a:defRPr>
              <a:buChar char="•"/>
            </a:pPr>
            <a:r>
              <a:t>структура map тесно связана с GC и concurrency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