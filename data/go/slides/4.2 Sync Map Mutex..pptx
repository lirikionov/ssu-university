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Go: sync.Map и map + Mutex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нужна обычная map под lock, а когда специализированная concurrent 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36576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лекции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572000" cy="3200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понять, почему обычная map не thread-safe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 map + Mutex/RWMutex как baseline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понять, зачем существует sync.Map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увидеть classic internals: read + dirty + misses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структуру под workload, а не по названию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920240"/>
            <a:ext cx="4892040" cy="155448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два разных вопроса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+ mutex  // контроль инвариантов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sync.Map     // специализированный concurrent KV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обычная map не защищает себя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Обычная map оптимизирована как структура данных, а не как concurrent container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212080" cy="18288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:= map[string]int{}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func() { m["a"] = 1 }()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func() { fmt.Println(m["a"]) }()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417320"/>
            <a:ext cx="493776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+ write без синхронизации = data race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+ write без синхронизации = data race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может упасть с fatal error, но это не полноценная защита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10561320" cy="19202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запись в map может означать: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→ bucket → slot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overflow allocation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grow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evacuation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metadata update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Упрощение ломается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только одну запись делаю» — внутри это может быть перестройка таблицы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Плохая модель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029200" cy="14630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m[k] = v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будто это просто: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memory[address] = value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точная модель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029200" cy="21488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m[k] = v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search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insert/update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allocate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grow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evacuate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105156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синхронизация нужна вокруг структуры и её инвариантов, а не вокруг «одной строчки».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map + Mutex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Самая простая и наиболее управляемая модель владения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5486400" cy="38862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Cache struct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 sync.Mutex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 map[string]int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(c *Cache) Get(k string) (int, bool)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c.mu.Lock()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defer c.mu.Unlock()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v, ok := c.m[k]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v, ok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29400" y="1508760"/>
            <a:ext cx="47548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lock защищает всю map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легко объяснить и проверить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защищать сложные инварианты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API: map[K]V без any и type assertions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675120" y="4434840"/>
            <a:ext cx="4480560" cy="9144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пока держу lock: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структура принадлежит мне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Mutex защищает инвариант, а не метод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 Get/Put сами по себе не делают операцию атомарной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800600" cy="11430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value, _ := cache.Get(key)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value++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cache.Put(key, value)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на уровне бизнес-операции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4800600" cy="21488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G1: Get → 10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G2: Get → 10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G1: Put 11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G2: Put 11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ожидали: 12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получили: 11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10287000" cy="150876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(c *Cache) Increment(k string) {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c.mu.Lock()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defer c.mu.Unlock()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c.m[k]++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RWMutex: несколько readers, один writer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RWMutex полезен не всегда; это отдельный механизм с собственной ценой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394960" cy="48920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Cache struct {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 sync.RWMutex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 map[string]*User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(c *Cache) Get(k string) (*User, bool) {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c.mu.RLock()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defer c.mu.RUnlock()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v, ok := c.m[k]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v, ok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(c *Cache) Put(k string, v *User) {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c.mu.Lock()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defer c.mu.Unlock()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c.m[k] = v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6446520" y="1417320"/>
            <a:ext cx="516636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RLock допускает несколько одновременных readers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блокирует readers и writers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выигрыш есть при read-heavy workload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частых writes или коротких секциях обычный Mutex может быть лучше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37960" y="4572000"/>
            <a:ext cx="4572000" cy="12344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выбирать по названию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Mutex vs RWMutex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 под свой workload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map + Mutex — сильнее sync.Map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Потому что lock может защищать больше, чем одну map-операцию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074920" cy="3657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обновить несколько keys согласованно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связана с другими полями структуры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держать транзакционный инвариант в памяти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строгая типизация map[K]V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сделать snapshot под lock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5074920" cy="246888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State struct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      sync.Mutex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byID    map[int64]*User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byEmail map[string]int64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Оба индекса должны измениться вместе.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Это один инвариант, а не две map-операции.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46520" y="4434840"/>
            <a:ext cx="489204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 синхронизирует отдельную key-value ассоциацию. Она не знает про ваш доменный инвариант.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Шардирование: промежуточный вариант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один глобальный lock стал узким местом, не обязательно сразу брать sync.Map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5303520" cy="27432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ShardedCache struct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shards [64]struct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mu sync.RWMutex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  map[string]*User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shardFor(key string) *shard 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:= hash(key)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&amp;shards[h%64]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0" y="1554480"/>
            <a:ext cx="493776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contention на один lock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сохраняется typed map[K]V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контролировать инварианты внутри shard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сложнее Range, Clear и cross-key операции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4754880"/>
            <a:ext cx="10241280" cy="9144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mutex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independent locks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contention размазывается по ключам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sync.Map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специализированная concurrent структура из standard library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754880" cy="22860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 sync.Map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m.Store("user:42", user)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v, ok := m.Load("user:42")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m.Delete("user:42")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63640" y="1325880"/>
            <a:ext cx="521208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внешнего mutex для самих операций map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исторически any → any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compound operations: LoadOrStore, CAS, Swap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не является consistent snapshot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нельзя копировать после первого использования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тезис: sync.Map не замена обычной map по умолчанию.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Официальная специализация sync.Map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Документация выделяет два workload, где sync.Map особенно уместна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 once, read many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754880" cy="141732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cache[key] = value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дальше много Load,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почти нет изменений этого key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Disjoint key sets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 → keys A..M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 → keys N..Z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G3 → keys 100..200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goroutines редко спорят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за один и тот же key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102412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workload не похож на эти два сценария, начинать проще с map + Mutex/RWMutex.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верхнего уровня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структуры дают safety, но разными способами и с разными контрактами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2720340" cy="6400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3360420" y="1234440"/>
            <a:ext cx="4026103" cy="6400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Mutex/RWMutex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7386523" y="1234440"/>
            <a:ext cx="4134917" cy="6400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7203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Типизация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3360420" y="1874520"/>
            <a:ext cx="4026103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map[K]V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7386523" y="1874520"/>
            <a:ext cx="413491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→ any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7203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Инварианты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3360420" y="2514600"/>
            <a:ext cx="4026103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легко защищать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7386523" y="2514600"/>
            <a:ext cx="413491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map-level операции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7203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Read-heavy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3360420" y="3154680"/>
            <a:ext cx="4026103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 с RWMutex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7386523" y="3154680"/>
            <a:ext cx="413491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очень хорошо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27203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Частые writes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3360420" y="3794760"/>
            <a:ext cx="4026103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проще/быстрее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7386523" y="3794760"/>
            <a:ext cx="413491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зависит от pattern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27203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3360420" y="4434840"/>
            <a:ext cx="4026103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сделать snapshot под lock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7386523" y="4434840"/>
            <a:ext cx="413491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snapshot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27203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выбор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3360420" y="5074920"/>
            <a:ext cx="4026103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386523" y="5074920"/>
            <a:ext cx="4134917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при подходящем workload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Классическая sync.Map до Go 1.24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Старый дизайн полезен для понимания: read + dirty + misses + mutex + atomics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303520" cy="38862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Map struct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     Mutex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   atomic.Pointer[readOnly]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dirty  map[any]*entry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misses int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readOnly struct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      map[any]*entry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amended bool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entry struct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atomic.Pointer[any]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46520" y="1508760"/>
            <a:ext cx="4709160" cy="30632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sync.Map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  → fast path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lock-free Load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dirty → новые/изменяемые keys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protected by mu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misses → когда пора promote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детали старой реализации. Публичный API важнее, чем конкретный layout.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read и dirty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 не заставлять горячие чтения постоянно брать глобальный lock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251960" cy="178308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entry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→ entry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→ entry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immutable snapshot для readers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1417320"/>
            <a:ext cx="4389120" cy="21488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dirty: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entry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→ entry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→ entry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→ entry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→ entry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mutable часть под mutex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4343400"/>
            <a:ext cx="102870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— это не только delta. Она содержит все non-expunged entries из read плюс новые entries, чтобы её можно было быстро promote в read.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fast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случай старой sync.Map: key найден в read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486400" cy="28346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Load(key any) (value any, ok bool) {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 := m.read.Load()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e, ok := read.m[key]; ok {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e.load()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slow path только если read.amended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583680" y="1508760"/>
            <a:ext cx="4297680" cy="256032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 pointer load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ordinary map lookup in read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 entry value load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4892040"/>
            <a:ext cx="10104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выигрыш: нет глобального mutex на горячем чтении.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slow path и misses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key может быть только в dirty, приходится брать mutex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4800600" cy="246888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read.m[key] not found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read.amended {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mu.Lock()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read again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dirty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misses++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mu.Unlock()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0" y="1508760"/>
            <a:ext cx="4572000" cy="19202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misses &gt;= len(dirty)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dirty promoted to read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dirty = nil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misses = 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4572000"/>
            <a:ext cx="102870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адаптивная: если slow path стал частым, структура переводит dirty в быстрый read-path.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entry: зачем ещё один уровень indirection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read-map нельзя менять структурно, но значение entry можно менять atomic-операцией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572000" cy="265176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map: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─────► *entry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▼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atomic.Pointer[any]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▼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value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263640" y="1417320"/>
            <a:ext cx="5029200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read map остаётся immutable для readers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существующий value можно заменить атомарно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key требует изменения dirty и mutex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переводит entry в особое состояние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4754880"/>
            <a:ext cx="10058400" cy="7772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→ entry pointer стабилен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entry.p меняется через atomic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существующий key против нового key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Старая sync.Map была быстрой не для всех записей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Существующий key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800600" cy="16002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read.m[key] → entry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 swap entry.p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часто без global lock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key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4800600" cy="22860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отсутствует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mu.Lock()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init/copy dirty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dirty[key] = newEntry(v)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read.amended = true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102412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стабильный набор keys читает хорошо; постоянное добавление новых keys может упираться в slow paths.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Delete: normal, nil, expunged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Состояния entry нужны из-за coexistence read/dirty/atomic readers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5166360" cy="233172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entry.p states:</a:t>
            </a:r>
            <a:endParaRPr lang="en-US" sz="1850" dirty="0"/>
          </a:p>
          <a:p>
            <a:pPr indent="0" marL="0">
              <a:buNone/>
            </a:pP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pointer → value exists</a:t>
            </a:r>
            <a:endParaRPr lang="en-US" sz="1850" dirty="0"/>
          </a:p>
          <a:p>
            <a:pPr indent="0" marL="0">
              <a:buNone/>
            </a:pP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            → logically deleted</a:t>
            </a:r>
            <a:endParaRPr lang="en-US" sz="1850" dirty="0"/>
          </a:p>
          <a:p>
            <a:pPr indent="0" marL="0">
              <a:buNone/>
            </a:pP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expunged       → deleted and absent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from dirty lifecycle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4983480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может быть atomic replacement на nil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expunged sentinel отделяет полностью исключённую entry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unexpunge требует mutex и возвращения в dirty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цена lock-free read path и lazy promotion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API скрывает довольно сложную state machine.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 не делает значения thread-safe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Она защищает key → value association, но не внутренности value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5577840" cy="4133088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User struct { Counter int }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 sync.Map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m.Store("u", &amp;User{})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func()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v, _ := m.Load("u")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v.(*User).Counter++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}()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func()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v, _ := m.Load("u")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v.(*User).Counter++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}()</a:t>
            </a:r>
            <a:endParaRPr lang="en-US" sz="1270" dirty="0"/>
          </a:p>
        </p:txBody>
      </p:sp>
      <p:sp>
        <p:nvSpPr>
          <p:cNvPr id="5" name="Text 3"/>
          <p:cNvSpPr/>
          <p:nvPr/>
        </p:nvSpPr>
        <p:spPr>
          <a:xfrm>
            <a:off x="6537960" y="1417320"/>
            <a:ext cx="4800600" cy="3337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безопасен как операция map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Counter++ остаётся обычной mutable операцией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отдельный lock/atomic внутри User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же ловушка есть у map + Mutex, если вернуть pointer и мутировать вне lock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не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 Range не фиксирует единую точку времени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029200" cy="16916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m.Range(func(k, v any) bool {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может видеть значения,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существовавшие в разные моменты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0" y="1508760"/>
            <a:ext cx="45720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Гарантия слабее, чем «я взял RLock и обошёл map».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0" y="2788920"/>
            <a:ext cx="4572000" cy="141732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mu.RLock()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:= range m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controlled snapshot-ish section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mu.RUnlock()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24128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sync.Map: key не посещается более одного раза, но состояние не обязано быть консистентным snapshot.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LoadOrStore: атомарность map-level операции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Полезно для кешей, но expensiveCreate может выполниться лишний раз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5166360" cy="201168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actual, loaded := m.LoadOrStore(key, value)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loaded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кто-то уже положил значение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мы положили значение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325880"/>
            <a:ext cx="4800600" cy="20574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ловушка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:= expensiveCreate()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actual, loaded := m.LoadOrStore(key, value)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 goroutines могут создать 10 values,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но сохранится только один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0120" y="4206240"/>
            <a:ext cx="100584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LoadOrStore атомарен относительно sync.Map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не lazy-factory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дорогого создания нужен singleflight/per-key lock/promise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CompareAndSwap и CompareAndDelete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 даёт готовые atomic KV-примитивы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5349240" cy="23774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swapped := m.CompareAndSwap(key, old, new)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 := m.CompareAndDelete(key, old)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prev, loaded := m.Swap(key, value)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prev, loaded := m.LoadAndDelete(key)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46520" y="1463040"/>
            <a:ext cx="4892040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удобно для lock-free-style coordination на уровне одного key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должен быть comparable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заменяет транзакции между несколькими keys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complex state проще обычный Mutex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если нужен инвариант больше одного key, sync.Map становится неудобной.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1.24+: реализация sync.Map изменилась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Публичный API сохранился, classic read/dirty больше не current internals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5257800" cy="29718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 1.23 и раньше: учебная модель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misses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 1.24+: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internal HashTrieMap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46520" y="1325880"/>
            <a:ext cx="493776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read/dirty полезно знать как историческую реализацию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sync.Map использует другую внутреннюю структуру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и рекомендации по применению остались специализированными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учить нужно контракт и workload, а не только текущие поля struct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лекции: classic internals объясняют идею, current implementation — reminder, что runtime evolves.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«что быстрее?» — плохой вопрос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Правильный вопрос: какой workload и какой invariant?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5257800" cy="288036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 scenarios: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99% Load, stable keys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80% Load, 20% Store same keys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постоянные new keys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Delete + Store churn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read-modify-write counter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Range under writes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508760"/>
            <a:ext cx="502920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измерять ns/op, allocs/op, contention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запускать -race для correctness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смотреть pprof/block/mutex profiles при contention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 проверять p99 latency, если map на горячем request path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149840" cy="91440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test -race ./...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test -bench=. -benchmem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GODEBUG=... при необходимости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pprof: mutex/block/cpu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как сломать и починить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лабораторной: сделали → нагрузили → увидели race → исправили → сравнили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534924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написать cache на обычной map без lock</a:t>
            </a:r>
            <a:endParaRPr lang="en-US" sz="1750" dirty="0"/>
          </a:p>
          <a:p>
            <a:r>
              <a:rPr lang="en-US" sz="1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конкурентные readers/writers</a:t>
            </a:r>
            <a:endParaRPr lang="en-US" sz="1750" dirty="0"/>
          </a:p>
          <a:p>
            <a:r>
              <a:rPr lang="en-US" sz="1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поймать race detector / fatal error</a:t>
            </a:r>
            <a:endParaRPr lang="en-US" sz="1750" dirty="0"/>
          </a:p>
          <a:p>
            <a:r>
              <a:rPr lang="en-US" sz="1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исправить через Mutex</a:t>
            </a:r>
            <a:endParaRPr lang="en-US" sz="1750" dirty="0"/>
          </a:p>
          <a:p>
            <a:r>
              <a:rPr lang="en-US" sz="1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заменить на RWMutex и сравнить read-heavy workload</a:t>
            </a:r>
            <a:endParaRPr lang="en-US" sz="1750" dirty="0"/>
          </a:p>
          <a:p>
            <a:r>
              <a:rPr lang="en-US" sz="1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заменить на sync.Map и сравнить stable-key workload</a:t>
            </a:r>
            <a:endParaRPr lang="en-US" sz="1750" dirty="0"/>
          </a:p>
          <a:p>
            <a:r>
              <a:rPr lang="en-US" sz="1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read-modify-write и показать lost update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400800" y="1737360"/>
            <a:ext cx="4754880" cy="169164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test -race ./...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test -bench=Cache -benchmem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важно: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performance после correctness,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а не вместо correctness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46520" y="4160520"/>
            <a:ext cx="457200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вопрос студентам: где bottleneck — в hash map, в lock, в value mutation или в неправильном invariant?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Стартовая инженерная эвристика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261872"/>
            <a:ext cx="5991149" cy="550672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Ситуация</a:t>
            </a:r>
            <a:endParaRPr lang="en-US" sz="1340" dirty="0"/>
          </a:p>
        </p:txBody>
      </p:sp>
      <p:sp>
        <p:nvSpPr>
          <p:cNvPr id="5" name="Text 3"/>
          <p:cNvSpPr/>
          <p:nvPr/>
        </p:nvSpPr>
        <p:spPr>
          <a:xfrm>
            <a:off x="6722669" y="1261872"/>
            <a:ext cx="4707331" cy="550672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731520" y="1812544"/>
            <a:ext cx="5991149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shared state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6722669" y="1812544"/>
            <a:ext cx="4707331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Mutex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731520" y="2363216"/>
            <a:ext cx="5991149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reads, мало writes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6722669" y="2363216"/>
            <a:ext cx="4707331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RWMutex или sync.Map benchmark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731520" y="2913888"/>
            <a:ext cx="5991149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защищать несколько keys/полей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6722669" y="2913888"/>
            <a:ext cx="4707331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Mutex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731520" y="3464560"/>
            <a:ext cx="5991149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Write-once/read-many cache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6722669" y="3464560"/>
            <a:ext cx="4707331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 кандидат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731520" y="4015232"/>
            <a:ext cx="5991149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Disjoint key sets у goroutines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6722669" y="4015232"/>
            <a:ext cx="4707331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 кандидат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731520" y="4565904"/>
            <a:ext cx="5991149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 LoadOrStore/CAS на одном key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6722669" y="4565904"/>
            <a:ext cx="4707331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 кандидат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731520" y="5116576"/>
            <a:ext cx="5991149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строгая типизация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6722669" y="5116576"/>
            <a:ext cx="4707331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map[K]V + lock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731520" y="5667248"/>
            <a:ext cx="5991149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Неизвестный workload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6722669" y="5667248"/>
            <a:ext cx="4707331" cy="550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Mutex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важно запомнить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причинные связи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обычная map не thread-safe при read+write и write+write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Mutex — baseline: простая модель владения и инвариантов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RWMutex нужен только при подходящем read-heavy workload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 — специализированная concurrent KV structure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sync.Map: read fast path, dirty slow path, miss-based promotion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 не защищает объекты, на которые указывают values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sync.Map не является consistent snapshot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структуры подтверждается race detector и benchmark, а не ощущениями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и опорные материалы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Официальные документы Go и исходники runtime/stdlib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преподавателя: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37844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pkg.go.dev/sync — документация sync.Map, Memory Model и методы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go.dev/src/sync/map.go — текущая реализация sync.Map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raw.githubusercontent.com/golang/go/go1.23.6/src/sync/map.go — classic read/dirty implementation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go.dev/doc/go1.24 — изменение sync.Map и runtime в Go 1.24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go.dev/doc/articles/race_detector — race detector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4754880"/>
            <a:ext cx="10195560" cy="960120"/>
          </a:xfrm>
          <a:prstGeom prst="rect">
            <a:avLst/>
          </a:prstGeom>
          <a:solidFill>
            <a:srgbClr val="F3F4F6"/>
          </a:solidFill>
          <a:ln w="10160">
            <a:solidFill>
              <a:srgbClr val="D1D5D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формула лекции: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“sync.Map быстрее”,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 “какая структура защищает нужный invariant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 как она ведёт себя под workload”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concurrent maps · 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Go: sync.Map и map + Mutex</dc:title>
  <dc:subject>Go synchronized map and map with mutex</dc:subject>
  <dc:creator>OpenAI</dc:creator>
  <cp:lastModifiedBy>OpenAI</cp:lastModifiedBy>
  <cp:revision>1</cp:revision>
  <dcterms:created xsi:type="dcterms:W3CDTF">2026-09-09T11:43:31Z</dcterms:created>
  <dcterms:modified xsi:type="dcterms:W3CDTF">2026-09-09T11:43:31Z</dcterms:modified>
</cp:coreProperties>
</file>